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in Power BI</a:t>
            </a:r>
          </a:p>
          <a:p>
            <a:r>
              <a:t>Dataset: Sample Sales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sales performance using Power BI dashboard with KPIs and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dataset from Kaggle</a:t>
            </a:r>
          </a:p>
          <a:p>
            <a:r>
              <a:t>- Columns: Category, Sub-Category, Sales, Profit, Quantity, Date, City</a:t>
            </a:r>
          </a:p>
          <a:p>
            <a:r>
              <a:t>- Multiple years of transaction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</a:t>
            </a:r>
          </a:p>
          <a:p>
            <a:r>
              <a:t>- Total Profit</a:t>
            </a:r>
          </a:p>
          <a:p>
            <a:r>
              <a:t>- Total Quantity</a:t>
            </a:r>
          </a:p>
          <a:p>
            <a:r>
              <a:t>- Total Orders</a:t>
            </a:r>
          </a:p>
          <a:p>
            <a:r>
              <a:t>- Average Order Value (AOV)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Category-wise and Sub-Category-wise performance analyzed</a:t>
            </a:r>
          </a:p>
          <a:p>
            <a:r>
              <a:t>- Year-wise sales trend observed</a:t>
            </a:r>
          </a:p>
          <a:p>
            <a:r>
              <a:t>- City-wise sales distribution visualized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comprehensive overview of sales performance with filters for deeper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